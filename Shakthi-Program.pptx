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89320" y="0"/>
            <a:ext cx="27432" cy="6858000"/>
          </a:xfrm>
          <a:prstGeom prst="rect">
            <a:avLst/>
          </a:prstGeom>
          <a:solidFill>
            <a:srgbClr val="F2D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spc="220">
                <a:solidFill>
                  <a:srgbClr val="F2D15C"/>
                </a:solidFill>
                <a:latin typeface="Helvetica Neue"/>
              </a:rPr>
              <a:t>BHARATHANATYAM   ·   ARANGETRAM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212080" cy="8686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800" b="1" i="0">
                <a:solidFill>
                  <a:srgbClr val="F2D15C"/>
                </a:solidFill>
                <a:latin typeface="Palatino"/>
              </a:rPr>
              <a:t>Shakthi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spc="360">
                <a:solidFill>
                  <a:srgbClr val="F2D15C"/>
                </a:solidFill>
                <a:latin typeface="Helvetica Neue"/>
              </a:rPr>
              <a:t>THE POWER WITHIN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87168"/>
            <a:ext cx="1920240" cy="41148"/>
          </a:xfrm>
          <a:prstGeom prst="rect">
            <a:avLst/>
          </a:prstGeom>
          <a:solidFill>
            <a:srgbClr val="F2D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5212080" cy="502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2D15C"/>
                </a:solidFill>
                <a:latin typeface="Palatino"/>
              </a:rPr>
              <a:t>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5212080" cy="502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Palatino"/>
              </a:rPr>
              <a:t>Tanvika Karupakula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86200"/>
            <a:ext cx="1920240" cy="54864"/>
          </a:xfrm>
          <a:prstGeom prst="rect">
            <a:avLst/>
          </a:prstGeom>
          <a:solidFill>
            <a:srgbClr val="F2D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5212080" cy="18288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F2D15C"/>
                </a:solidFill>
                <a:latin typeface="Helvetica Neue"/>
              </a:rPr>
              <a:t>Saturday, September 5, 2026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FFFFFF"/>
                </a:solidFill>
                <a:latin typeface="Helvetica Neue"/>
              </a:rPr>
              <a:t>2:30 PM PDT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2D15C"/>
                </a:solidFill>
                <a:latin typeface="Palatino"/>
              </a:rPr>
              <a:t>Dublin High School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8151 Village Parkway, Dublin, CA 94568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tem-1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963" y="137160"/>
            <a:ext cx="4384833" cy="6583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0" y="1691640"/>
            <a:ext cx="5623560" cy="868680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2D15C"/>
                </a:solidFill>
                <a:latin typeface="Helvetica Neue"/>
              </a:rPr>
              <a:t>PUSHPANJALI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281635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RAGAM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281635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VAGDHESHWARI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354787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THALAM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354787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ADI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27939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CHOREOGRAPHY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27939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GURU SMT. CHANDNA TALLURI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tem-1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93653"/>
            <a:ext cx="5806440" cy="38706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691640"/>
            <a:ext cx="5623560" cy="868680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9F1C"/>
                </a:solidFill>
                <a:latin typeface="Helvetica Neue"/>
              </a:rPr>
              <a:t>SARASWATHI KOUTHVAM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81635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RAGAM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281635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VAGDHESHWARI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47872"/>
            <a:ext cx="2240280" cy="8686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THALAM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3547872"/>
            <a:ext cx="3383280" cy="8686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Helvetica Neue"/>
              </a:rPr>
              <a:t>CHATURASHRA EKA (TRADITIONAL KOUTHVAM RHYTHM STRUCTURE)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9704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CHOREOGRAPHY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4489704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GURU SMT. CHANDNA TALLURI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tem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19" y="137160"/>
            <a:ext cx="4389120" cy="6583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0" y="1691640"/>
            <a:ext cx="5623560" cy="868680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6DC6B"/>
                </a:solidFill>
                <a:latin typeface="Helvetica Neue"/>
              </a:rPr>
              <a:t>MAHALAKSHMI ASHTAKA ALARIPPU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281635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RAGAM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281635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RAGAMALIKA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354787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THALAM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354787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MISRA CHAPU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27939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CHOREOGRAPHY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27939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DR SRIDHAR VASUDEVAN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tem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443" y="137160"/>
            <a:ext cx="4384833" cy="6583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691640"/>
            <a:ext cx="5623560" cy="1325880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DFF9A"/>
                </a:solidFill>
                <a:latin typeface="Helvetica Neue"/>
              </a:rPr>
              <a:t>KIRTANA — SHARADE SHYAMALA, SHYAMALE SHARADA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73552"/>
            <a:ext cx="2240280" cy="8686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RAGAM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3273552"/>
            <a:ext cx="3383280" cy="8686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Helvetica Neue"/>
              </a:rPr>
              <a:t>SHYAMALA (MALAYAMARUTHAM / DERIVED CLASSICALS)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215384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THALAM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4215384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ADI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46904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CHOREOGRAPHY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4946904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GURU SMT. CHANDNA TALLURI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tem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493520"/>
            <a:ext cx="5806440" cy="3870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0" y="1691640"/>
            <a:ext cx="5623560" cy="868680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7A00"/>
                </a:solidFill>
                <a:latin typeface="Helvetica Neue"/>
              </a:rPr>
              <a:t>VARNAM DRISHYA BHARATHAM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281635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RAGAM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281635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RAGAMALIKA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354787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THALAM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354787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ADI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27939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CHOREOGRAPHY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27939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GURU SMT. CHANDNA TALLURI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2D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F2D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" cy="6858000"/>
          </a:xfrm>
          <a:prstGeom prst="rect">
            <a:avLst/>
          </a:prstGeom>
          <a:solidFill>
            <a:srgbClr val="F2D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64263" y="0"/>
            <a:ext cx="27432" cy="6858000"/>
          </a:xfrm>
          <a:prstGeom prst="rect">
            <a:avLst/>
          </a:prstGeom>
          <a:solidFill>
            <a:srgbClr val="F2D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6583680" cy="42062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spc="280">
                <a:solidFill>
                  <a:srgbClr val="F2D15C"/>
                </a:solidFill>
                <a:latin typeface="Helvetica Neue"/>
              </a:rPr>
              <a:t>SHAKTHI   ·   THE POWER WITHIN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64592"/>
            <a:ext cx="4846320" cy="42062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F2D15C"/>
                </a:solidFill>
                <a:latin typeface="Helvetica Neue"/>
              </a:rPr>
              <a:t>BHARATHANATYAM ARANGETRAM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pc="80">
                <a:solidFill>
                  <a:srgbClr val="F2D15C"/>
                </a:solidFill>
                <a:latin typeface="Helvetica Neue"/>
              </a:rPr>
              <a:t>Tanvika Karupakula  ·  Saturday, September 5, 2026  ·  Dublin, California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 spc="80">
                <a:solidFill>
                  <a:srgbClr val="F2D15C"/>
                </a:solidFill>
                <a:latin typeface="Helvetica Neue"/>
              </a:rPr>
              <a:t>07  / 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3182112"/>
            <a:ext cx="2011680" cy="54864"/>
          </a:xfrm>
          <a:prstGeom prst="rect">
            <a:avLst/>
          </a:prstGeom>
          <a:solidFill>
            <a:srgbClr val="F2D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3182112"/>
            <a:ext cx="2011680" cy="54864"/>
          </a:xfrm>
          <a:prstGeom prst="rect">
            <a:avLst/>
          </a:prstGeom>
          <a:solidFill>
            <a:srgbClr val="F2D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331720"/>
            <a:ext cx="8869680" cy="137160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2D15C"/>
                </a:solidFill>
                <a:latin typeface="Palatino"/>
              </a:rPr>
              <a:t>Interval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840480"/>
            <a:ext cx="8138160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 spc="120">
                <a:solidFill>
                  <a:srgbClr val="FF4FA3"/>
                </a:solidFill>
                <a:latin typeface="Helvetica Neue"/>
              </a:rPr>
              <a:t>Bathukamma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tem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299" y="137160"/>
            <a:ext cx="4389120" cy="6583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691640"/>
            <a:ext cx="5623560" cy="868680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4FA3"/>
                </a:solidFill>
                <a:latin typeface="Helvetica Neue"/>
              </a:rPr>
              <a:t>BATHUKAMMA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81635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RAGAM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281635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FOLK MELODY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47872"/>
            <a:ext cx="2240280" cy="8686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THALAM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3547872"/>
            <a:ext cx="3383280" cy="8686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Helvetica Neue"/>
              </a:rPr>
              <a:t>TRADITIONAL FOLK BEAT (DAPPU RHYTHM ALIGNMENT)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9704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CHOREOGRAPHY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4489704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GURU SMT. CHANDNA TALLURI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tem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19" y="137160"/>
            <a:ext cx="4389120" cy="6583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0" y="1691640"/>
            <a:ext cx="5623560" cy="868680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ECBFF"/>
                </a:solidFill>
                <a:latin typeface="Helvetica Neue"/>
              </a:rPr>
              <a:t>KURUVANJI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2816352"/>
            <a:ext cx="2240280" cy="8686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RAGAM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2816352"/>
            <a:ext cx="3383280" cy="8686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Helvetica Neue"/>
              </a:rPr>
              <a:t>RAGAMALIKA (TRADITIONAL FOLK-CLASSICAL BLEND)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3758184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THALAM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3758184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ADI / MISRA CHAPU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489704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CHOREOGRAPHY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489704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GURU SMT. CHANDNA TALLURI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tem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031" y="137160"/>
            <a:ext cx="5165656" cy="6583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691640"/>
            <a:ext cx="5623560" cy="868680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3B3B"/>
                </a:solidFill>
                <a:latin typeface="Helvetica Neue"/>
              </a:rPr>
              <a:t>MAHISHASURA MARDINI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81635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RAGAM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281635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REVATHI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4787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THALAM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354787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ADI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7939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CHOREOGRAPHY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427939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GURU SMT. CHANDNA TALLURI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tem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963" y="137160"/>
            <a:ext cx="4384833" cy="6583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0" y="1691640"/>
            <a:ext cx="5623560" cy="868680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E14A"/>
                </a:solidFill>
                <a:latin typeface="Helvetica Neue"/>
              </a:rPr>
              <a:t>THILLANA — HAMSANANDI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281635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RAGAM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281635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HAMSANANDI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354787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THALAM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354787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ADI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27939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CHOREOGRAPHY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27939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GURU SMT. CHANDNA TALLURI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tem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299" y="137160"/>
            <a:ext cx="4389120" cy="6583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691640"/>
            <a:ext cx="5623560" cy="868680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3C4"/>
                </a:solidFill>
                <a:latin typeface="Helvetica Neue"/>
              </a:rPr>
              <a:t>MANGALAM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81635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RAGAM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281635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MADHYAMAVATHI / SAURASHTRAM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4787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THALAM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354787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ADI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7939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60">
                <a:solidFill>
                  <a:srgbClr val="F2D15C"/>
                </a:solidFill>
                <a:latin typeface="Helvetica Neue"/>
              </a:rPr>
              <a:t>CHOREOGRAPHY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4279392"/>
            <a:ext cx="3383280" cy="6583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GURU SMT. CHANDNA TALLURI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F2D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F2D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" cy="6858000"/>
          </a:xfrm>
          <a:prstGeom prst="rect">
            <a:avLst/>
          </a:prstGeom>
          <a:solidFill>
            <a:srgbClr val="F2D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64263" y="0"/>
            <a:ext cx="27432" cy="6858000"/>
          </a:xfrm>
          <a:prstGeom prst="rect">
            <a:avLst/>
          </a:prstGeom>
          <a:solidFill>
            <a:srgbClr val="F2D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6583680" cy="42062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spc="280">
                <a:solidFill>
                  <a:srgbClr val="F2D15C"/>
                </a:solidFill>
                <a:latin typeface="Helvetica Neue"/>
              </a:rPr>
              <a:t>SHAKTHI   ·   THE POWER WITHIN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64592"/>
            <a:ext cx="4846320" cy="42062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F2D15C"/>
                </a:solidFill>
                <a:latin typeface="Helvetica Neue"/>
              </a:rPr>
              <a:t>BHARATHANATYAM ARANGETRAM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pc="80">
                <a:solidFill>
                  <a:srgbClr val="F2D15C"/>
                </a:solidFill>
                <a:latin typeface="Helvetica Neue"/>
              </a:rPr>
              <a:t>Tanvika Karupakula  ·  Saturday, September 5, 2026  ·  Dublin, California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 spc="80">
                <a:solidFill>
                  <a:srgbClr val="F2D15C"/>
                </a:solidFill>
                <a:latin typeface="Helvetica Neue"/>
              </a:rPr>
              <a:t>13  /  13</a:t>
            </a:r>
          </a:p>
        </p:txBody>
      </p:sp>
      <p:pic>
        <p:nvPicPr>
          <p:cNvPr id="10" name="Picture 9" descr="item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299" y="137160"/>
            <a:ext cx="4389120" cy="6583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645920"/>
            <a:ext cx="576072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spc="320">
                <a:solidFill>
                  <a:srgbClr val="FFF3C4"/>
                </a:solidFill>
                <a:latin typeface="Helvetica Neue"/>
              </a:rPr>
              <a:t>MANGALAM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48840"/>
            <a:ext cx="5760720" cy="11887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F2D15C"/>
                </a:solidFill>
                <a:latin typeface="Palatino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2194560" cy="64008"/>
          </a:xfrm>
          <a:prstGeom prst="rect">
            <a:avLst/>
          </a:prstGeom>
          <a:solidFill>
            <a:srgbClr val="F2D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5760720" cy="12801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F2D15C"/>
                </a:solidFill>
                <a:latin typeface="Palatino"/>
              </a:rPr>
              <a:t>Shakthi — The Power Within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Helvetica Neue"/>
              </a:rPr>
              <a:t>Tanvika Karupakula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2D15C"/>
                </a:solidFill>
                <a:latin typeface="Helvetica Neue"/>
              </a:rPr>
              <a:t>September 5,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Shakthi — Program</dc:title>
  <dc:subject>Bharathanatyam Arangetram Program</dc:subject>
  <dc:creator>Tanvika Karupakula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